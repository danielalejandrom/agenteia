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34225-8C69-0489-B8AD-8DAB5663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674816-C44B-6268-06BE-96F9DD720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D68102-1473-7DD3-347E-29BDA2B2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D19526-6F4B-47F5-ED37-4216A32E5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80892B-F883-1C4C-4393-0E6B18CF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1890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D3FA0-AD08-1968-78BC-CAB94BAAB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F3CFD6-82FF-8673-AFD0-D47F03EB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81BF35-7CB5-46BA-9BD3-76421112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89845-839A-F879-198C-60C69BA02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07132-972A-88CA-F5B2-A4F2E7282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683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36BF1D-1A8D-9646-98BE-AE6A64752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C6DC009-F19A-B023-97ED-56065D18E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E0A570-BE58-0A90-9675-9DE2A5C3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C5F84-0FE0-04BA-215F-0CC6293E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93E822-BC73-41C1-28E0-632BB2EE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07961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CEC46-DDD0-19E3-93AF-5F992D86E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5C023E-8399-D4DE-B10C-0EEDB14E45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3B8EC-85C5-2EA7-E9FA-FEE4CBD77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92AB8B-963E-230C-C262-21CE1FE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0CF0F9-C42E-2FF0-7522-1CD39211E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498F60-25C2-4B07-08C0-2E6C0A58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3213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EEFA2-75E1-77E0-CE47-36A6DCEAF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87C801-0F17-22EB-1CD4-DC75C97B0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EA8B8AE-74D1-9A4C-8AEE-B5F6D4040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7561D3F-5B13-5C5D-6A32-C2E97ACFC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87A4BA-D690-41AA-D503-EF9D9ADA6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A0C971-B11F-ED3E-9555-7A5E0265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EB17DEF-BE3C-568B-D190-37F7326D4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8AB218-D050-F9B8-8870-AFA5BA96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1700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580FA-AE45-7399-C779-045DA5B2F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301B27-0D63-2910-EB4F-E47F4289B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101A87B-DA71-FE13-18D5-DCC9D418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25C82ED-D7DB-3EC3-3FA0-07EBF0A3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1947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8741B3F-9F77-827E-2DA6-A3E8727CA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C73694-14DF-F35D-6656-850CFE404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B03CF7-9251-E74B-34B4-2E1D451B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5384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07EE0-230E-11A1-8A0D-2582D609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BFE45-A45F-B44C-ABBF-FD5249E1F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B10547-FC7F-56B9-9F59-EBFD3D994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81305D-53D3-AF43-3B89-0C7DED883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FD2331-BD5C-E05E-47D4-5776267D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1D1E54-69B7-BAD2-CCF6-E5D233F34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3450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10BA5F-89A0-3624-EB08-35FDF5B2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52019C1-A448-D609-1787-ECFE08165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4BAB5E5-B4D3-DCEE-A3E5-53790B0DB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26432D-3057-C912-8FCE-9AA9E69B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1B52A2-A82A-4D44-86B1-D8C8D439D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3B63DC-D96C-12B3-4D39-CCF676C8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3513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E6DED-14FD-F750-35A2-30D1C372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41F31C-775E-5B5A-B4D1-ECA99B359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CB798E-5CD0-7623-EAF2-3CDDA521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158907-43B5-1C3B-B9D0-B2248D2B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05F638-FAC3-ED1A-EA87-C2B918500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701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744B30-8EA1-55BD-B4A9-A501B113B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E7A65CE-770F-E85E-E58A-9BED5287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BC031D-E0CA-0033-B4FD-CF3D5C27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CE0CAB-F803-536A-8A7E-553A811D8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B8389E-4E97-482E-C499-D3A2C7901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77833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63E4AF6-5A2D-E963-84CC-4F4614E65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A90A3D-80CE-6A3A-77F5-1AEA9A55C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5CEE98-D483-94F8-98E5-5F7FABACD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F8E99D-0DE1-4A36-A383-76F5719241D0}" type="datetimeFigureOut">
              <a:rPr lang="es-EC" smtClean="0"/>
              <a:t>11/4/26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090F6D-6B57-3E54-7E06-0EE5FA8C5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CD15B7-3FBD-076E-1ADA-EF574E6B50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43A4E-9F7D-4F0E-86B1-00A00F9F4A4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835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C0E73AA-39D3-D264-20DF-7E16F13C9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 t="1449" r="1268" b="2319"/>
          <a:stretch/>
        </p:blipFill>
        <p:spPr>
          <a:xfrm>
            <a:off x="0" y="0"/>
            <a:ext cx="12249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1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2E93C467-DFD8-81A7-E6C9-F2B763BF0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9" t="1594" r="1528" b="3768"/>
          <a:stretch/>
        </p:blipFill>
        <p:spPr>
          <a:xfrm>
            <a:off x="0" y="0"/>
            <a:ext cx="12202755" cy="675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8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F02F90C3-3508-07F1-A2E8-D4BFC2B88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" t="1449" r="741" b="2030"/>
          <a:stretch/>
        </p:blipFill>
        <p:spPr>
          <a:xfrm>
            <a:off x="0" y="0"/>
            <a:ext cx="122846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51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70FF681-4137-97B9-D40B-CC7BF1FA7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" t="1740" r="1188" b="3044"/>
          <a:stretch/>
        </p:blipFill>
        <p:spPr>
          <a:xfrm>
            <a:off x="-1" y="0"/>
            <a:ext cx="12264631" cy="6788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59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9E0B60FF-A33F-A729-3BB3-16B377CA4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" t="1159" r="1367" b="2754"/>
          <a:stretch/>
        </p:blipFill>
        <p:spPr>
          <a:xfrm>
            <a:off x="0" y="0"/>
            <a:ext cx="122781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535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D2A4DF0D-1022-92A6-2712-96A754AF9E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" t="1739" r="1443" b="3479"/>
          <a:stretch/>
        </p:blipFill>
        <p:spPr>
          <a:xfrm>
            <a:off x="-1" y="0"/>
            <a:ext cx="12225435" cy="671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030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DE051A3-EFCE-CC8C-701B-745FBA145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" t="1739" r="921" b="1739"/>
          <a:stretch/>
        </p:blipFill>
        <p:spPr>
          <a:xfrm>
            <a:off x="0" y="-1"/>
            <a:ext cx="12233848" cy="677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EC6A70E-B232-A31C-3025-0092B358A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" t="1014" r="1078" b="2754"/>
          <a:stretch/>
        </p:blipFill>
        <p:spPr>
          <a:xfrm>
            <a:off x="0" y="0"/>
            <a:ext cx="12191542" cy="676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12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E13EE85F-987D-B607-23B5-531E37727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" t="1594" r="796" b="2319"/>
          <a:stretch/>
        </p:blipFill>
        <p:spPr>
          <a:xfrm>
            <a:off x="0" y="0"/>
            <a:ext cx="12214786" cy="674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87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3797009-9ADA-1537-BADC-3B95284B5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" t="1305" r="981" b="1449"/>
          <a:stretch/>
        </p:blipFill>
        <p:spPr>
          <a:xfrm>
            <a:off x="0" y="0"/>
            <a:ext cx="12244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76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20A56641-4F49-AB16-1980-119DAA3A1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" t="1740" r="829" b="1014"/>
          <a:stretch/>
        </p:blipFill>
        <p:spPr>
          <a:xfrm>
            <a:off x="0" y="0"/>
            <a:ext cx="12295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607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Morocho</dc:creator>
  <cp:lastModifiedBy>Miranda Zambrano, Christian Ruben</cp:lastModifiedBy>
  <cp:revision>1</cp:revision>
  <dcterms:created xsi:type="dcterms:W3CDTF">2026-04-12T02:55:48Z</dcterms:created>
  <dcterms:modified xsi:type="dcterms:W3CDTF">2026-04-12T03:02:42Z</dcterms:modified>
</cp:coreProperties>
</file>