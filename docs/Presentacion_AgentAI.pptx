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A39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Log.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84</c:v>
                </c:pt>
                <c:pt idx="2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4F-FB46-855A-427D263F4A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Log.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</c:v>
                </c:pt>
                <c:pt idx="1">
                  <c:v>81</c:v>
                </c:pt>
                <c:pt idx="2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4F-FB46-855A-427D263F4A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6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347472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ADCFC"/>
                </a:solidFill>
              </a:rPr>
              <a:t>UNIVERSIDAD CENTRAL DEL ECUADOR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E8"/>
                </a:solidFill>
              </a:rPr>
              <a:t>Facultad de Ingeniería en Sistemas e Informática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1143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Agente de Predicción de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Abandono de Empleados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FC3F7"/>
                </a:solidFill>
              </a:rPr>
              <a:t>Agentic AI  —  Trabajo Final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Docente: Ing. J. D. Galeas  |  Quito, Ecuador  |  Abril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804672"/>
            <a:ext cx="8732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80467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80467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841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Problema Planteado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0698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¿Por qué predecir el abandono laboral?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1399032"/>
            <a:ext cx="87325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" y="139903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" y="139903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435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Arquitectura del Agente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6642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Componentes Agentic AI + estructura de archivos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993392"/>
            <a:ext cx="8732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" y="199339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1168" y="199339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029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Dataset y Preprocesamiento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2585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10,000 registros sintéticos + 11 features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" y="2587752"/>
            <a:ext cx="87325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" y="258775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" y="258775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2624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Modelos de Machine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8529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Logistic Regression · Random Forest · XGBoost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3182112"/>
            <a:ext cx="8732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1168" y="318211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1168" y="318211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218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Memoria y Automatización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4472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SQLite + reportes + Claude 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3776472"/>
            <a:ext cx="87325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01168" y="377647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1168" y="377647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3813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Resultados y Demo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0416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Métricas · Streamlit · flujo completo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" y="4370832"/>
            <a:ext cx="8732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" y="4370832"/>
            <a:ext cx="502920" cy="512064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1168" y="437083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Limitaciones y Mejoras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46360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Estado actual y propuestas futuras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|  Problema Planteado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2761"/>
                </a:solidFill>
              </a:rPr>
              <a:t>35%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01168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 empleados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renuncia anualmente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71800" y="777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El abandono laboral genera costos reales: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188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💰  Costos de contratación y selección de personal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5361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📚  Costos de capacitación del reemplazo (3-6 meses)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18836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🧠  Pérdida de conocimiento organizacional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22311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📉  Disminución de productividad del equipo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651760"/>
            <a:ext cx="873252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2651760"/>
            <a:ext cx="91440" cy="1417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Solución propuesta: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Un agente de IA que detecta el riesgo de abandono de forma temprana, genera recomendaciones automáticas con Claude (Anthropic) y almacena el historial de decisiones para que RRHH pueda actuar antes de que ocurra la renuncia.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|  Arquitectura del Agente — 5 Componentes Agentic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16642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777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PERCEPCIÓN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" y="1737360"/>
            <a:ext cx="1664208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data_cleaning.py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Lee empleados.csv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Limpia 11 features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65376" y="2194560"/>
            <a:ext cx="100584" cy="164592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777240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65960" y="777240"/>
            <a:ext cx="166420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65960" y="777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RAZONAMIENTO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1737360"/>
            <a:ext cx="1664208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agent.py + model.pkl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ML: RF / XGB / LR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Predice riesgo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30168" y="2194560"/>
            <a:ext cx="100584" cy="164592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777240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30752" y="777240"/>
            <a:ext cx="16642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30752" y="777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30752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ACCIÓN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30752" y="1737360"/>
            <a:ext cx="1664208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Claude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Recomendación NLP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Reporte CSV → RRHH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94960" y="2194560"/>
            <a:ext cx="100584" cy="164592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95544" y="777240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95544" y="777240"/>
            <a:ext cx="16642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95544" y="777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95544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MEMORIA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95544" y="1737360"/>
            <a:ext cx="1664208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database.py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SQLite historial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Trazabilidad total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59752" y="2194560"/>
            <a:ext cx="100584" cy="164592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60336" y="777240"/>
            <a:ext cx="166420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60336" y="777240"/>
            <a:ext cx="166420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60336" y="77724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0336" y="1280160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INTERFAZ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0336" y="1737360"/>
            <a:ext cx="1664208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app.py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Streamlit 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761"/>
                </a:solidFill>
              </a:rPr>
              <a:t>Visualización + chat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01168" y="4343400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project/ app.py  ·  agent.py  ·  database.py  ·  data_cleaning.py  ·  models/model.pkl  ·  database/database.db  ·  reports/  ·  data/empleados.csv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|  Dataset Sintético + 11 Features del Modelo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Dataset Sintético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3990"/>
                </a:solidFill>
              </a:rPr>
              <a:t>10,000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registros totales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3990"/>
                </a:solidFill>
              </a:rPr>
              <a:t>65%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8105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renuncia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340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3990"/>
                </a:solidFill>
              </a:rPr>
              <a:t>35%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3408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sí renuncia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3990"/>
                </a:solidFill>
              </a:rPr>
              <a:t>11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8712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features de entrada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401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3990"/>
                </a:solidFill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4015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variable target (renuncia)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91840" y="804672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Features confirmadas por ML Engineer: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23444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23444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edad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690872" y="123444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90872" y="123444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salario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089904" y="123444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9904" y="123444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experiencia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488936" y="123444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88936" y="123444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antiguedad_empresa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91840" y="205740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205740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departamento *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690872" y="205740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90872" y="205740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tipo_contrato *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089904" y="205740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9904" y="205740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horas_trabajo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488936" y="205740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88936" y="205740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satisfaccion_laboral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291840" y="288036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288036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work_life_balance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690872" y="288036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90872" y="288036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promociones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089904" y="2880360"/>
            <a:ext cx="133502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89904" y="288036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1E2761"/>
                </a:solidFill>
              </a:rPr>
              <a:t>distancia_trabajo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488936" y="2880360"/>
            <a:ext cx="1335024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88936" y="2880360"/>
            <a:ext cx="1335024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A3990"/>
                </a:solidFill>
              </a:rPr>
              <a:t>→ TARGET: renuncia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3291840" y="374904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* Variables categóricas: se aplica Label Encoding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91840" y="4005072"/>
            <a:ext cx="562356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83280" y="4041648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761"/>
                </a:solidFill>
              </a:rPr>
              <a:t>Limpieza (data_cleaning.py):  eliminar nulls  →  convertir texto a números  →  normalizar columnas  →  encoding categóricos  →  validar columnas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|  Modelos de Machine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27889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777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5087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~78%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810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Accuracy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" y="2057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~75%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" y="2359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Precision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" y="2606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~72%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" y="29077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Recall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" y="31546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~73%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" y="34564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F1-Score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" y="3703320"/>
            <a:ext cx="278892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Línea base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interpretable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45536" y="77724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45536" y="777240"/>
            <a:ext cx="278892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45536" y="777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45536" y="15087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~84%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45536" y="1810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Accuracy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45536" y="2057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~82%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145536" y="2359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Precision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45536" y="2606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~80%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145536" y="29077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Recall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45536" y="31546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</a:rPr>
              <a:t>~81%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145536" y="34564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F1-Score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45536" y="3703320"/>
            <a:ext cx="2788920" cy="54864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45536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Balance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precisión/recall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9904" y="777240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9904" y="777240"/>
            <a:ext cx="27889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9904" y="777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9904" y="15087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~86%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089904" y="1810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Accuracy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89904" y="2057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~84%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089904" y="2359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Precision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89904" y="2606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~83%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89904" y="29077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Recall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89904" y="31546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~84%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089904" y="34564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F1-Score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89904" y="3703320"/>
            <a:ext cx="27889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89904" y="3703320"/>
            <a:ext cx="2788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✅ Mejor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rendimiento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1168" y="475488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Métricas evaluadas con dataset sintético de 10,000 registros · Valores aproximados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Memoria (SQLite) + Automatización + Claude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🗄️  Memoria — SQLite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990"/>
                </a:solidFill>
              </a:rPr>
              <a:t>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id_empleado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709928"/>
            <a:ext cx="420624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70992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990"/>
                </a:solidFill>
              </a:rPr>
              <a:t>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7099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fecha_evaluacion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185416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854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990"/>
                </a:solidFill>
              </a:rPr>
              <a:t>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1854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score_riesgo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660904"/>
            <a:ext cx="4206240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6609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990"/>
                </a:solidFill>
              </a:rPr>
              <a:t>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6609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nivel_riesgo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13639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1363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990"/>
                </a:solidFill>
              </a:rPr>
              <a:t>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1363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recomendacion_ia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749808"/>
            <a:ext cx="45720" cy="365760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🤖  Claude API (Anthropic)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234440"/>
            <a:ext cx="411480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1280160"/>
            <a:ext cx="3931920" cy="1143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Modelo: </a:t>
            </a:r>
            <a:r>
              <a:rPr lang="en-US" sz="900" dirty="0">
                <a:solidFill>
                  <a:srgbClr val="1E2761"/>
                </a:solidFill>
              </a:rPr>
              <a:t>claude-sonnet-4-20250514
</a:t>
            </a:r>
            <a:r>
              <a:rPr lang="en-US" sz="900" b="1" dirty="0">
                <a:solidFill>
                  <a:srgbClr val="1E2761"/>
                </a:solidFill>
              </a:rPr>
              <a:t>SDK: </a:t>
            </a:r>
            <a:r>
              <a:rPr lang="en-US" sz="900" dirty="0">
                <a:solidFill>
                  <a:srgbClr val="1E2761"/>
                </a:solidFill>
              </a:rPr>
              <a:t>anthropic==0.94.0
</a:t>
            </a:r>
            <a:r>
              <a:rPr lang="en-US" sz="900" b="1" dirty="0">
                <a:solidFill>
                  <a:srgbClr val="1E2761"/>
                </a:solidFill>
              </a:rPr>
              <a:t>Trigger: </a:t>
            </a:r>
            <a:r>
              <a:rPr lang="en-US" sz="900" dirty="0">
                <a:solidFill>
                  <a:srgbClr val="1E2761"/>
                </a:solidFill>
              </a:rPr>
              <a:t>empleados con riesgo &gt; 70%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606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Recomendaciones generadas: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990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→  Aumentar salario acorde al mercado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→  Ofrecer plan de carrera / promoción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685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→  Reducir carga horaria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40325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→  Mejorar condiciones del contrato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4297680"/>
            <a:ext cx="8732520" cy="64008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34340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⚙️  Procesos automáticos:  Guardar en SQLite  ·  Exportar reporte CSV para RRHH  ·  Llamar Claude API (riesgo alto)  ·  Actualizar historial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Flujo Completo del Agente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0976" y="896112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0976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14813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Carga CSV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Streamlit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app.py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58568" y="1490472"/>
            <a:ext cx="155448" cy="228600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14016" y="82296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63824" y="896112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63824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14016" y="14813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Limpieza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4016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data_cleaning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.py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71416" y="1490472"/>
            <a:ext cx="155448" cy="228600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82296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76672" y="89611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76672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6864" y="14813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Predicción 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26864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agent.py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model.pkl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84264" y="1490472"/>
            <a:ext cx="155448" cy="228600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39712" y="82296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89520" y="896112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89520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14813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Clasificación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9712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Bajo/Medio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/Alto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" y="27432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281635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0976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1168" y="34015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Claude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" y="38221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Recomendación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NLP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58568" y="3410712"/>
            <a:ext cx="155448" cy="228600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414016" y="27432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63824" y="2816352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63824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14016" y="34015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SQLite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14016" y="38221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Historial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database.py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71416" y="3410712"/>
            <a:ext cx="155448" cy="228600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26864" y="27432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76672" y="2816352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76672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26864" y="34015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Reporte CSV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26864" y="38221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reports/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auto-generado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684264" y="3410712"/>
            <a:ext cx="155448" cy="228600"/>
          </a:xfrm>
          <a:prstGeom prst="rect">
            <a:avLst/>
          </a:prstGeom>
          <a:solidFill>
            <a:srgbClr val="8FA8E8"/>
          </a:solidFill>
          <a:ln w="12700">
            <a:solidFill>
              <a:srgbClr val="8F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39712" y="274320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89520" y="2816352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89520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39712" y="34015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Dashboard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39712" y="38221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Streamlit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resultados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Resultados Obtenidos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Rendimiento de Modelos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01168" y="1170432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715000" y="777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Funcionalidades entregadas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0" y="1207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Carga y limpieza CSV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Predicción ML (3 modelos)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Clasificación Bajo/Medio/Alto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2523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Recomendaciones Claude API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15000" y="29626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Historial SQLite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0" y="3401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Reporte CSV automático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15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✅  Dashboard Streamlit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15000" y="4279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⚡  Alertas por correo (opcional)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|  Limitaciones y Mejoras Futuras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⚠️  Limitaciones actuales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42062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34440"/>
            <a:ext cx="39776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Dataset sintético — rendimiento en datos reales puede variar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42062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78308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783080"/>
            <a:ext cx="39776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Claude API requiere conexión a internet y clave activa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331720"/>
            <a:ext cx="42062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33172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331720"/>
            <a:ext cx="39776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Sin autenticación ni control de acceso por roles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062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880360"/>
            <a:ext cx="39776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Modelo estático — no aprende de forma continua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429000"/>
            <a:ext cx="420624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342900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429000"/>
            <a:ext cx="39776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Despliegue solo local — no en producción cloud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749808"/>
            <a:ext cx="45720" cy="393192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🚀  Mejoras propuestas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23444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123444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1234440"/>
            <a:ext cx="1005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MLOps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61888" y="1234440"/>
            <a:ext cx="2880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Pipeline de reentrenamiento automático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178308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0600" y="178308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56048" y="1783080"/>
            <a:ext cx="1005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Vector DB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1783080"/>
            <a:ext cx="2880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Memoria semántica con Chroma / Pinecone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33172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233172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56048" y="2331720"/>
            <a:ext cx="1005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Autenticación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61888" y="2331720"/>
            <a:ext cx="2880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Roles: Admin, RRHH, Solo lectura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288036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88036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56048" y="2880360"/>
            <a:ext cx="1005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Cloud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61888" y="2880360"/>
            <a:ext cx="2880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Despliegue en AWS / GCP con CI/CD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00600" y="3429000"/>
            <a:ext cx="41148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D1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42900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56048" y="3429000"/>
            <a:ext cx="1005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XAI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61888" y="3429000"/>
            <a:ext cx="2880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761"/>
                </a:solidFill>
              </a:rPr>
              <a:t>SHAP values para explicar predicciones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A3990"/>
          </a:solidFill>
          <a:ln w="12700">
            <a:solidFill>
              <a:srgbClr val="2A39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0" y="640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✅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Sistema Agentic AI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completamente funcional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A399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Percepción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7432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A399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Razonamiento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27432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A399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7432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A399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Memoria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27432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A399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2376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Interfaz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E8"/>
                </a:solidFill>
              </a:rPr>
              <a:t>Claude (Anthropic)  ·  scikit-learn / XGBoost  ·  Streamlit  ·  SQLite  ·  Python 3.10+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Equipo Agentic AI  |  Universidad Central del Ecuador  |  Abril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Macintosh PowerPoint</Application>
  <PresentationFormat>Presentación en pantalla (16:9)</PresentationFormat>
  <Paragraphs>234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Predicción de Abandono de Empleados</dc:title>
  <dc:subject>PptxGenJS Presentation</dc:subject>
  <dc:creator>Equipo Agentic AI – UCE 2026</dc:creator>
  <cp:lastModifiedBy>Miranda Zambrano, Christian Ruben</cp:lastModifiedBy>
  <cp:revision>1</cp:revision>
  <dcterms:created xsi:type="dcterms:W3CDTF">2026-04-11T07:22:03Z</dcterms:created>
  <dcterms:modified xsi:type="dcterms:W3CDTF">2026-04-11T07:24:13Z</dcterms:modified>
</cp:coreProperties>
</file>